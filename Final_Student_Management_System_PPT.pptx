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6" r:id="rId10"/>
    <p:sldId id="265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8CC399-DF41-43C4-8851-FBA1B6584609}" v="16" dt="2026-03-30T08:26:00.3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8" d="100"/>
          <a:sy n="88" d="100"/>
        </p:scale>
        <p:origin x="1306" y="1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Student Management System (Full-Stack)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PHP | MySQL | Bootstrap</a:t>
            </a:r>
          </a:p>
          <a:p>
            <a:endParaRPr dirty="0"/>
          </a:p>
          <a:p>
            <a:r>
              <a:rPr lang="en-IN" dirty="0" err="1"/>
              <a:t>D.Meenakshi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95EADE9-169F-83EC-374A-22986750FF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0298" y="2307260"/>
            <a:ext cx="878039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full-stack web application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developed to manage student data efficiently.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both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 and Student roles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role-based access control.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features like attendance tracking, marks management, and report generation.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Includes secure functionalities such as OTP-based password reset and document storage.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in reducing manual work and improving data accuracy.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C28FC6-5501-5277-6FBE-4CC4076A9B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278131"/>
            <a:ext cx="8017066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 Student Management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Replace manual processes with a digital system for efficiency.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separate access for Admin and Students with different permissions.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 Data Security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Protect user data using authentication, OTP verification, and secure storage.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Data Accuracy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 human errors in attendance, marks, and records.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 User Experience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a simple, responsive, and easy-to-use interface.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1645E05-1511-C8F2-F4D8-F3B8FF17AB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199" y="2099861"/>
            <a:ext cx="8451669" cy="36902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of Each Technology 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handle backend logic such as login authentication, CRUD operations (Add, Update, Delete students), and processing attendance &amp; marks. 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all project data including student details, attendance records, marks, login credentials, and uploaded documents. 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 5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design a responsive and user-friendly interface for Admin and Student dashboards. 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client-side validation, dynamic interactions, and improves user experience. 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PHPMailer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send OTP emails for password reset functionality securely. 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Composer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external libraries like PHPMailer and ensures proper dependency handling</a:t>
            </a:r>
          </a:p>
          <a:p>
            <a:pPr marL="3543300" lvl="8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6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468880" y="22860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Browser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22860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PHP Backend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22860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MySQL DB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36576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Login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468880"/>
            <a:ext cx="36576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Authenticate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36576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Access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663440"/>
            <a:ext cx="36576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Manage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760720"/>
            <a:ext cx="36576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Logout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Students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Add, update, and delete student records efficiently. 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Reports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detailed reports including attendance, marks, and performance. 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Academic Data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and modify semester marks, CGPA, and attendance records. 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System Activity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overall system usage and student data updates. 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Reports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downloadable PDF reports for academic records.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Dashboard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2919D6B-5947-ADFF-B996-845A7EE2E6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278131"/>
            <a:ext cx="6207148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View Profile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view and manage their personal information.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 Marks &amp; CGPA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Access semester-wise marks and overall CGPA.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Download Reports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 and download academic reports in PDF format.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View Attendance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Monitor attendance records subject-wise.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Access Document Wallet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Upload and retrieve important documents securely.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the Project is Deployed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is deployed locally using a web server environment (XAMPP).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 files are executed through Apache server.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database is connected using phpMyAdmin.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the Project is Deployed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Deployed on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Localhost (Local Server)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Deployment Process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99D766C-914D-B1BB-905C-177019C4F5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085772"/>
            <a:ext cx="5985934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Download/Clone the project from GitHub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Install XAMPP server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Copy project folder into </a:t>
            </a:r>
            <a:r>
              <a:rPr kumimoji="0" lang="en-US" altLang="en-US" sz="2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htdocs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directory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Apache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XAMPP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phpMyAdmin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 a new database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 the provided .</a:t>
            </a:r>
            <a:r>
              <a:rPr kumimoji="0" lang="en-US" altLang="en-US" sz="2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file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Configure database connection in PHP files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Repository Link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Link: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https://github.com/dakameeenakshi-lab/Student-Management-System.git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511</Words>
  <Application>Microsoft Office PowerPoint</Application>
  <PresentationFormat>On-screen Show (4:3)</PresentationFormat>
  <Paragraphs>70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Student Management System (Full-Stack)</vt:lpstr>
      <vt:lpstr>Introduction</vt:lpstr>
      <vt:lpstr>Objectives</vt:lpstr>
      <vt:lpstr>Tech Stack</vt:lpstr>
      <vt:lpstr>System Architecture</vt:lpstr>
      <vt:lpstr>System Flow</vt:lpstr>
      <vt:lpstr>Admin Dashboard</vt:lpstr>
      <vt:lpstr>Student Dashboard</vt:lpstr>
      <vt:lpstr>Project Deployment</vt:lpstr>
      <vt:lpstr>Step-by-Step Deployment Process</vt:lpstr>
      <vt:lpstr>Project Repository Link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Meeenakshi D</dc:creator>
  <cp:keywords/>
  <dc:description>generated using python-pptx</dc:description>
  <cp:lastModifiedBy>Meeenakshi D</cp:lastModifiedBy>
  <cp:revision>3</cp:revision>
  <dcterms:created xsi:type="dcterms:W3CDTF">2013-01-27T09:14:16Z</dcterms:created>
  <dcterms:modified xsi:type="dcterms:W3CDTF">2026-03-30T08:29:10Z</dcterms:modified>
  <cp:category/>
</cp:coreProperties>
</file>